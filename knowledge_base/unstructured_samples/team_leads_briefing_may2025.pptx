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team leads briefing - may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quick status update before the stakeholder demo</a:t>
            </a:r>
          </a:p>
          <a:p>
            <a:r>
              <a:t>not a formal deck - just bullet points</a:t>
            </a:r>
          </a:p>
          <a:p>
            <a:r>
              <a:t>date: may 1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whats working well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 SERVICE: 6 months straight 100% uptime. best performing system.</a:t>
            </a:r>
          </a:p>
          <a:p>
            <a:r>
              <a:t>KAFKA: 99.99% since v3.5.1 upgrade. disk space incidents eliminated.</a:t>
            </a:r>
          </a:p>
          <a:p>
            <a:r>
              <a:t>ETL schema validation: zero silent failures since feb 2025 deployment</a:t>
            </a:r>
          </a:p>
          <a:p>
            <a:r>
              <a:t>CAB compliance: change-related incidents dropped from 40% to 25% of total</a:t>
            </a:r>
          </a:p>
          <a:p>
            <a:r>
              <a:t>december freeze: approved by CTO, will prevent another dec 2024 repeat</a:t>
            </a:r>
          </a:p>
          <a:p>
            <a:r>
              <a:t>fraud NaN gate: auto-rollback if null rate &gt;1% in first 15 min post-deploy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whats still a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PAYMENTS GW: peak CPU 88%, approaching 500 TPS ceiling</a:t>
            </a:r>
          </a:p>
          <a:p>
            <a:r>
              <a:t>  - horizontal scale (v2.9.0) is the fix, targeting may 15</a:t>
            </a:r>
          </a:p>
          <a:p>
            <a:r>
              <a:t>  - blocker: session state in memory, needs redis migration first</a:t>
            </a:r>
          </a:p>
          <a:p/>
          <a:p>
            <a:r>
              <a:t>FRAUD ENGINE: peak CPU 94% - highest across all services</a:t>
            </a:r>
          </a:p>
          <a:p>
            <a:r>
              <a:t>  - redis auto-scaling in progress (40% done)</a:t>
            </a:r>
          </a:p>
          <a:p>
            <a:r>
              <a:t>  - GPU evaluation for model inference still Q3</a:t>
            </a:r>
          </a:p>
          <a:p/>
          <a:p>
            <a:r>
              <a:t>CBS ORACLE DB: on track to hit 80% capacity may 2026</a:t>
            </a:r>
          </a:p>
          <a:p>
            <a:r>
              <a:t>  - partitioning study scheduled Q3 2025</a:t>
            </a:r>
          </a:p>
          <a:p>
            <a:r>
              <a:t>  - 600GB of archivable data (transactions &gt;3 years old)</a:t>
            </a:r>
          </a:p>
          <a:p/>
          <a:p>
            <a:r>
              <a:t>SNOWFLAKE COST: 8% over budget in Q1 due to uncontrolled BI queries</a:t>
            </a:r>
          </a:p>
          <a:p>
            <a:r>
              <a:t>  - query governance tightened, cost monitoring dashboard created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need from 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approve kubernetes cluster hardware budget ($42K)</a:t>
            </a:r>
          </a:p>
          <a:p>
            <a:r>
              <a:t>   needed for containerisation phase 1 (python services: payments, fraud, reporting, auth)</a:t>
            </a:r>
          </a:p>
          <a:p/>
          <a:p>
            <a:r>
              <a:t>2. confirm SWIFT ISO 20022 activation timeline</a:t>
            </a:r>
          </a:p>
          <a:p>
            <a:r>
              <a:t>   infrastructure ready since april 2025</a:t>
            </a:r>
          </a:p>
          <a:p>
            <a:r>
              <a:t>   SWIFT mandate is end of 2025 - we need to start testing by october</a:t>
            </a:r>
          </a:p>
          <a:p>
            <a:r>
              <a:t>   testing slot pre-booked september 2025</a:t>
            </a:r>
          </a:p>
          <a:p/>
          <a:p>
            <a:r>
              <a:t>3. sign off on december 2025 freeze communications</a:t>
            </a:r>
          </a:p>
          <a:p>
            <a:r>
              <a:t>   all teams need to plan releases by november 28</a:t>
            </a:r>
          </a:p>
          <a:p/>
          <a:p>
            <a:r>
              <a:t>4. GPU evaluation budget ($18K) for fraud engine inference</a:t>
            </a:r>
          </a:p>
          <a:p>
            <a:r>
              <a:t>   expected: CPU from 94% to &lt;30%, latency improvement</a:t>
            </a:r>
          </a:p>
          <a:p>
            <a:r>
              <a:t>   this is pending benchmark results from Q3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summary Q1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incidents: 4 (vs 10 full year 2024 - good trend)</a:t>
            </a:r>
          </a:p>
          <a:p>
            <a:r>
              <a:t>SEV-1: ZERO</a:t>
            </a:r>
          </a:p>
          <a:p>
            <a:r>
              <a:t>SEV-2: 1 (fraud engine NaN bug mar 2025, 167 min, $4.2K exposure)</a:t>
            </a:r>
          </a:p>
          <a:p>
            <a:r>
              <a:t>SEV-3: 3 (kafka disk, auth edge case, reporting slow query)</a:t>
            </a:r>
          </a:p>
          <a:p/>
          <a:p>
            <a:r>
              <a:t>biggest lesson from Q1:</a:t>
            </a:r>
          </a:p>
          <a:p>
            <a:r>
              <a:t>fraud engine v3.3.0 deployed mar 13 - NaN comparison bug</a:t>
            </a:r>
          </a:p>
          <a:p>
            <a:r>
              <a:t>null merchant codes were bypassing fraud check entirely</a:t>
            </a:r>
          </a:p>
          <a:p>
            <a:r>
              <a:t>detected at 23:15 by risk analyst - rollback at 00:30</a:t>
            </a:r>
          </a:p>
          <a:p>
            <a:r>
              <a:t>1800 transactions went through unscored, 3 were actual fraud</a:t>
            </a:r>
          </a:p>
          <a:p>
            <a:r>
              <a:t>fix: v3.3.1 on mar 20 + automated null rate deployment gate</a:t>
            </a:r>
          </a:p>
          <a:p/>
          <a:p>
            <a:r>
              <a:t>target for full year 2025: &lt;200 min total SEV-1/2 downtime</a:t>
            </a:r>
          </a:p>
          <a:p>
            <a:r>
              <a:t>YTD at 167 min (all from the mar incident) - tight but achievable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systems at risk - capacity watchlist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 / urgent:</a:t>
            </a:r>
          </a:p>
          <a:p>
            <a:r>
              <a:t>  PAYMENTS-GW: 88% peak CPU, ~500 TPS ceiling, horizontal scale in progress</a:t>
            </a:r>
          </a:p>
          <a:p/>
          <a:p>
            <a:r>
              <a:t>AMBER / monitor:</a:t>
            </a:r>
          </a:p>
          <a:p>
            <a:r>
              <a:t>  FRAUD-ENGINE: 94% peak CPU, redis auto-scaling in progress</a:t>
            </a:r>
          </a:p>
          <a:p>
            <a:r>
              <a:t>  CBS ORACLE DB: 61% used, hitting 80% by may 2026 at current growth</a:t>
            </a:r>
          </a:p>
          <a:p>
            <a:r>
              <a:t>  ELK: 91% RAM peak, single node = resilience risk, expansion Q3</a:t>
            </a:r>
          </a:p>
          <a:p/>
          <a:p>
            <a:r>
              <a:t>GREEN:</a:t>
            </a:r>
          </a:p>
          <a:p>
            <a:r>
              <a:t>  AUTH-SVC: 18% avg CPU, 44% peak - plenty of headroom</a:t>
            </a:r>
          </a:p>
          <a:p>
            <a:r>
              <a:t>  SWIFT-ADAPTER: 12% avg CPU - very healthy</a:t>
            </a:r>
          </a:p>
          <a:p>
            <a:r>
              <a:t>  KAFKA cluster: 47% avg CPU across 3 brokers - stable</a:t>
            </a:r>
          </a:p>
          <a:p>
            <a:r>
              <a:t>  CBS application: 34% avg CPU - healthy (DB is the constraint not app)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