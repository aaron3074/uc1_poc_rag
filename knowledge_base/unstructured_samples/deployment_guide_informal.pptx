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stuff - READ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releases ONLY on tuesdays and thursdays</a:t>
            </a:r>
          </a:p>
          <a:p>
            <a:r>
              <a:t>change window is 22:00 to 02:00</a:t>
            </a:r>
          </a:p>
          <a:p>
            <a:r>
              <a:t>december is FROZEN - no releases dec 1 to 31 (started after the 2024 disasters)</a:t>
            </a:r>
          </a:p>
          <a:p>
            <a:r>
              <a:t>emergency fixes need CTO + security lead approval</a:t>
            </a:r>
          </a:p>
          <a:p>
            <a:r>
              <a:t>CAB ticket required for everything - standard is 5 days lead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do a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submit CAB request in ServiceNow (ticket type: Network Change or App Change)</a:t>
            </a:r>
          </a:p>
          <a:p>
            <a:r>
              <a:t>2. get sign-off from app owner + platform eng for significant changes</a:t>
            </a:r>
          </a:p>
          <a:p>
            <a:r>
              <a:t>3. for standard changes just app owner + one peer reviewer</a:t>
            </a:r>
          </a:p>
          <a:p>
            <a:r>
              <a:t>4. run automated tests - CI must pass, coverage must be above 85%</a:t>
            </a:r>
          </a:p>
          <a:p>
            <a:r>
              <a:t>5. staging sign-off required before prod</a:t>
            </a:r>
          </a:p>
          <a:p>
            <a:r>
              <a:t>6. deploy during change window 22:00-02:00</a:t>
            </a:r>
          </a:p>
          <a:p>
            <a:r>
              <a:t>7. monitor for 30 min post-deploy minimum</a:t>
            </a:r>
          </a:p>
          <a:p>
            <a:r>
              <a:t>8. if anything looks wrong - rollback immediately dont try to fix in prod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stop &lt;service-name&gt;</a:t>
            </a:r>
          </a:p>
          <a:p>
            <a:r>
              <a:t>deploy previous version package</a:t>
            </a:r>
          </a:p>
          <a:p>
            <a:r>
              <a:t>systemctl start &lt;service-name&gt;</a:t>
            </a:r>
          </a:p>
          <a:p>
            <a:r>
              <a:t>check health endpoint</a:t>
            </a:r>
          </a:p>
          <a:p>
            <a:r>
              <a:t>for kafka - dont change consumer group ID or youll replay everything</a:t>
            </a:r>
          </a:p>
          <a:p>
            <a:r>
              <a:t>for DB changes - rollback scripts should be prepared before deploy</a:t>
            </a:r>
          </a:p>
          <a:p>
            <a:r>
              <a:t>always notify #incidents channel when rolling back even if minor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that have gone wrong (lessons learned)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INC-2024-0341: someone changed AUTH-SVC config manually without going through pipeline - caused 47min outage for all users</a:t>
            </a:r>
          </a:p>
          <a:p>
            <a:r>
              <a:t>INC-2024-1198: risk tech changed FRAUD_REDIS_TTL_SEC from 3600 to 300 without CAB - Redis OOM, 138min outage, $380K impact</a:t>
            </a:r>
          </a:p>
          <a:p>
            <a:r>
              <a:t>INC-2024-1201: december peak traffic exhausted CBS DB connection pool (was set to 50) - now set to 100</a:t>
            </a:r>
          </a:p>
          <a:p>
            <a:r>
              <a:t>INC-2025-0203: fraud engine v3.3.0 had NaN bug for null merchant codes - 1800 transactions bypassed fraud check</a:t>
            </a:r>
          </a:p>
          <a:p>
            <a:r>
              <a:t>REL-2025-009: rolled back fraud engine v3.3.0 because of above</a:t>
            </a:r>
          </a:p>
          <a:p>
            <a:r>
              <a:t>lesson: add automated checks to deployment pipeline not just manual QA</a:t>
            </a:r>
          </a:p>
          <a:p>
            <a:r>
              <a:t>lesson: parameter changes need CAB even if they seem minor</a:t>
            </a:r>
          </a:p>
          <a:p>
            <a:r>
              <a:t>lesson: december = freeze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 call when things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CBS down: cbs-ops@company.com + CBS Manager</a:t>
            </a:r>
          </a:p>
          <a:p>
            <a:r>
              <a:t>Payments down: PagerDuty PAYMENTS-ONCALL</a:t>
            </a:r>
          </a:p>
          <a:p>
            <a:r>
              <a:t>Auth/SSO down: security-ops@company.com - Sev-1 if 100+ users affected</a:t>
            </a:r>
          </a:p>
          <a:p>
            <a:r>
              <a:t>ETL failed: check Airflow first, then data-eng@company.com / DE-ONCALL</a:t>
            </a:r>
          </a:p>
          <a:p>
            <a:r>
              <a:t>Fraud engine issues: risktech@company.com</a:t>
            </a:r>
          </a:p>
          <a:p>
            <a:r>
              <a:t>Infra/network: platform-eng@company.com / PE-ONCALL</a:t>
            </a:r>
          </a:p>
          <a:p>
            <a:r>
              <a:t>Declare SEV-1 in #incidents immediately - dont wait for RCA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