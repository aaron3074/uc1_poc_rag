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- stuff you need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formal doc for this. just writing down what i know before i go on leave.</a:t>
            </a:r>
          </a:p>
          <a:p/>
          <a:p>
            <a:r>
              <a:t>CRITICAL THINGS:</a:t>
            </a:r>
          </a:p>
          <a:p>
            <a:r>
              <a:t>1. never change FRAUD_KAFKA_CONSUMER_GROUP in prod without risk tech sign-off</a:t>
            </a:r>
          </a:p>
          <a:p>
            <a:r>
              <a:t>   changing consumer group = reset offset = reprocess millions of events = fraud engine dies</a:t>
            </a:r>
          </a:p>
          <a:p/>
          <a:p>
            <a:r>
              <a:t>2. replication factor is 3, min ISR is 2</a:t>
            </a:r>
          </a:p>
          <a:p>
            <a:r>
              <a:t>   means cluster survives 1 broker going down. do NOT restart all 3 at once.</a:t>
            </a:r>
          </a:p>
          <a:p/>
          <a:p>
            <a:r>
              <a:t>3. kafka brokers: 10.10.1.70, 10.10.1.71, 10.10.1.72 all on port 9092</a:t>
            </a:r>
          </a:p>
          <a:p>
            <a:r>
              <a:t>   SSL port is 9093 for cross-zone traffic</a:t>
            </a:r>
          </a:p>
          <a:p/>
          <a:p>
            <a:r>
              <a:t>4. monitoring is confluent control center: http://10.10.50.40:9021 (mgmt-net only)</a:t>
            </a:r>
          </a:p>
          <a:p>
            <a:r>
              <a:t>   also zabbix has kafka broker health checks</a:t>
            </a:r>
          </a:p>
          <a:p/>
          <a:p>
            <a:r>
              <a:t>5. disk space is the main operational risk. INC-2024-0234 and INC-2025-0044 both disk.</a:t>
            </a:r>
          </a:p>
          <a:p>
            <a:r>
              <a:t>   kafka 3.5.1 has better log segment handling. still watch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topics you care about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fraud.transaction.events:</a:t>
            </a:r>
          </a:p>
          <a:p>
            <a:r>
              <a:t>  producer: payments GW</a:t>
            </a:r>
          </a:p>
          <a:p>
            <a:r>
              <a:t>  consumer: fraud engine (group: fraud-engine-cg-prod)</a:t>
            </a:r>
          </a:p>
          <a:p>
            <a:r>
              <a:t>  12 partitions, 7 day retention</a:t>
            </a:r>
          </a:p>
          <a:p>
            <a:r>
              <a:t>  every payment transaction goes through here. high traffic.</a:t>
            </a:r>
          </a:p>
          <a:p/>
          <a:p>
            <a:r>
              <a:t>cbs.account.updates:</a:t>
            </a:r>
          </a:p>
          <a:p>
            <a:r>
              <a:t>  producer: CBS</a:t>
            </a:r>
          </a:p>
          <a:p>
            <a:r>
              <a:t>  consumers: reporting service, DWH ETL listener</a:t>
            </a:r>
          </a:p>
          <a:p>
            <a:r>
              <a:t>  6 partitions, 30 day retention</a:t>
            </a:r>
          </a:p>
          <a:p/>
          <a:p>
            <a:r>
              <a:t>payments.status.updates:</a:t>
            </a:r>
          </a:p>
          <a:p>
            <a:r>
              <a:t>  producers: payments GW + SWIFT adapter</a:t>
            </a:r>
          </a:p>
          <a:p>
            <a:r>
              <a:t>  consumer: CBS</a:t>
            </a:r>
          </a:p>
          <a:p>
            <a:r>
              <a:t>  6 partitions, 14 day retention</a:t>
            </a:r>
          </a:p>
          <a:p/>
          <a:p>
            <a:r>
              <a:t>audit.events:</a:t>
            </a:r>
          </a:p>
          <a:p>
            <a:r>
              <a:t>  producers: all apps</a:t>
            </a:r>
          </a:p>
          <a:p>
            <a:r>
              <a:t>  consumer: SIEM (QRadar at 10.10.50.100)</a:t>
            </a:r>
          </a:p>
          <a:p>
            <a:r>
              <a:t>  3 partitions, 90 day retention - dont mess with this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checking consumer 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check if fraud engine is keeping up:</a:t>
            </a:r>
          </a:p>
          <a:p>
            <a:r>
              <a:t>kafka-consumer-groups.sh --bootstrap-server 10.10.1.70:9092 \</a:t>
            </a:r>
          </a:p>
          <a:p>
            <a:r>
              <a:t>  --describe --group fraud-engine-cg-prod</a:t>
            </a:r>
          </a:p>
          <a:p/>
          <a:p>
            <a:r>
              <a:t>high lag (&gt;10,000 messages) = fraud engine falling behind</a:t>
            </a:r>
          </a:p>
          <a:p>
            <a:r>
              <a:t>  possible causes: fraud engine CPU maxed out (94% peak is normal for it)</a:t>
            </a:r>
          </a:p>
          <a:p>
            <a:r>
              <a:t>  or FRAUD_REDIS_TTL_SEC was changed and causing excessive recompute</a:t>
            </a:r>
          </a:p>
          <a:p>
            <a:r>
              <a:t>  or FRAUD-RETRAIN-001 quarterly job is running (3 hours, spikes CPU)</a:t>
            </a:r>
          </a:p>
          <a:p/>
          <a:p>
            <a:r>
              <a:t>producer config all use:</a:t>
            </a:r>
          </a:p>
          <a:p>
            <a:r>
              <a:t>  acks=all - all replicas must acknowledge</a:t>
            </a:r>
          </a:p>
          <a:p>
            <a:r>
              <a:t>  retries=3</a:t>
            </a:r>
          </a:p>
          <a:p>
            <a:r>
              <a:t>  max.in.flight.requests=1 - prevents out of order on retry</a:t>
            </a:r>
          </a:p>
          <a:p/>
          <a:p>
            <a:r>
              <a:t>if broker 2 (10.10.1.71) disk hits 80%:</a:t>
            </a:r>
          </a:p>
          <a:p>
            <a:r>
              <a:t>  run kafka-log-dirs.sh to find large topics</a:t>
            </a:r>
          </a:p>
          <a:p>
            <a:r>
              <a:t>  trigger log compaction for old offsets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things that went wrong with kafka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INC-2024-0234 (march 2024, SEV-3):</a:t>
            </a:r>
          </a:p>
          <a:p>
            <a:r>
              <a:t>  broker-2 disk space ran out. log segments accumulated.</a:t>
            </a:r>
          </a:p>
          <a:p>
            <a:r>
              <a:t>  auto-recovered but took 31 min. added disk alert to zabbix after this.</a:t>
            </a:r>
          </a:p>
          <a:p/>
          <a:p>
            <a:r>
              <a:t>INC-2025-0044 (jan 2025, SEV-3):</a:t>
            </a:r>
          </a:p>
          <a:p>
            <a:r>
              <a:t>  same thing. broker-2 disk again. 18 min.</a:t>
            </a:r>
          </a:p>
          <a:p>
            <a:r>
              <a:t>  kafka 3.5.1 upgrade (REL-2025-007, feb 2025) has better log segment handling.</a:t>
            </a:r>
          </a:p>
          <a:p>
            <a:r>
              <a:t>  hasnt happened since. but still watch it.</a:t>
            </a:r>
          </a:p>
          <a:p/>
          <a:p>
            <a:r>
              <a:t>near-miss that wasnt an incident:</a:t>
            </a:r>
          </a:p>
          <a:p>
            <a:r>
              <a:t>  someone in dev environment accidentally ran consumer with --from-beginning flag.</a:t>
            </a:r>
          </a:p>
          <a:p>
            <a:r>
              <a:t>  started consuming all historical messages from fraud.transaction.events.</a:t>
            </a:r>
          </a:p>
          <a:p>
            <a:r>
              <a:t>  noticed in confluent control center. killed it before it caused lag.</a:t>
            </a:r>
          </a:p>
          <a:p>
            <a:r>
              <a:t>  lesson: never run --from-beginning in prod. never change consumer group offsets manually.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