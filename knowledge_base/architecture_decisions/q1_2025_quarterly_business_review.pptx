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DOCUMENT: Q1 2025 Platform Engineering Quarterly Business Review</a:t>
            </a:r>
          </a:p>
          <a:p>
            <a:r>
              <a:t>TOPIC: QBR, Quarterly Review, Performance, Incidents, Capacity, Roadmap, Budget, KPIs</a:t>
            </a:r>
          </a:p>
          <a:p>
            <a:r>
              <a:t>VERSION: 1.0</a:t>
            </a:r>
          </a:p>
          <a:p>
            <a:r>
              <a:t>LAST UPDATED: 2025-04-10</a:t>
            </a:r>
          </a:p>
          <a:p>
            <a:r>
              <a:t>OWNER: Platform Engineering Lead</a:t>
            </a:r>
          </a:p>
          <a:p>
            <a:r>
              <a:t>SOURCE_FORMAT: PowerPoint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— Q1 2025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Quarter in Review: January – March 2025</a:t>
            </a:r>
          </a:p>
          <a:p/>
          <a:p>
            <a:r>
              <a:t>RELIABILITY:</a:t>
            </a:r>
          </a:p>
          <a:p>
            <a:r>
              <a:t>  Total incidents: 4 (vs 10 in 2024 full year — trending well)</a:t>
            </a:r>
          </a:p>
          <a:p>
            <a:r>
              <a:t>  SEV-1: 0. SEV-2: 1 (INC-2025-0203 — Fraud Engine NaN scores).</a:t>
            </a:r>
          </a:p>
          <a:p>
            <a:r>
              <a:t>  Total downtime: 230 min (SEV-2 only). Target: &lt;200 min/year.</a:t>
            </a:r>
          </a:p>
          <a:p>
            <a:r>
              <a:t>  AUTH-SVC: 100% uptime for 6 consecutive months.</a:t>
            </a:r>
          </a:p>
          <a:p/>
          <a:p>
            <a:r>
              <a:t>CAPACITY:</a:t>
            </a:r>
          </a:p>
          <a:p>
            <a:r>
              <a:t>  PAYMENTS-GW approaching TPS ceiling (500 TPS). Horizontal scale in progress (May 2025).</a:t>
            </a:r>
          </a:p>
          <a:p>
            <a:r>
              <a:t>  FRAUD-ENGINE peak CPU 94% — Redis auto-scaling and GPU evaluation underway.</a:t>
            </a:r>
          </a:p>
          <a:p>
            <a:r>
              <a:t>  CBS Oracle DB on track for 80% capacity May 2026 — partitioning study scheduled Q3 2025.</a:t>
            </a:r>
          </a:p>
          <a:p/>
          <a:p>
            <a:r>
              <a:t>RELEASES:</a:t>
            </a:r>
          </a:p>
          <a:p>
            <a:r>
              <a:t>  12 releases in Q1 2025. 1 rollback (REL-2025-009 — Fraud Engine NaN bug).</a:t>
            </a:r>
          </a:p>
          <a:p>
            <a:r>
              <a:t>  Post-rollback: automated null-rate gate added to deployment pipeline.</a:t>
            </a:r>
          </a:p>
          <a:p/>
          <a:p>
            <a:r>
              <a:t>BUDGET:</a:t>
            </a:r>
          </a:p>
          <a:p>
            <a:r>
              <a:t>  Q1 capex/opex within budget. Snowflake DWH cost trending 8% above budget — optimisation needed.</a:t>
            </a:r>
          </a:p>
          <a:p>
            <a:r>
              <a:t>  SLA credits issued: $5,400 (Dec 2024 breaches). No Q1 2025 credits issued.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— Incident Deep Dive Q1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INC-2025-0044 (Jan 31, SEV-3, 18 min) — Kafka Broker-2 disk space</a:t>
            </a:r>
          </a:p>
          <a:p>
            <a:r>
              <a:t>  Root cause: Log segment accumulation. Addressed by Kafka 3.5.1 upgrade (REL-2025-007).</a:t>
            </a:r>
          </a:p>
          <a:p>
            <a:r>
              <a:t>  Customer impact: None. Auto-recovered.</a:t>
            </a:r>
          </a:p>
          <a:p/>
          <a:p>
            <a:r>
              <a:t>INC-2025-0112 (Feb 18, SEV-3, 12 min) — AUTH-SVC token refresh edge case</a:t>
            </a:r>
          </a:p>
          <a:p>
            <a:r>
              <a:t>  Root cause: Edge case in token refresh for accounts with expired MFA devices.</a:t>
            </a:r>
          </a:p>
          <a:p>
            <a:r>
              <a:t>  Impact: ~50 users required re-authentication.</a:t>
            </a:r>
          </a:p>
          <a:p>
            <a:r>
              <a:t>  Fix: Deployed in REL-2025-011 (AUTH-SVC v1.5.1).</a:t>
            </a:r>
          </a:p>
          <a:p/>
          <a:p>
            <a:r>
              <a:t>INC-2025-0203 (Mar 14, SEV-2, 167 min) — FRAUD-ENGINE NaN fraud scores</a:t>
            </a:r>
          </a:p>
          <a:p>
            <a:r>
              <a:t>  Root cause: REL-2025-009 (v3.3.0) introduced NULL merchant_category_code handling bug.</a:t>
            </a:r>
          </a:p>
          <a:p>
            <a:r>
              <a:t>  NaN comparison with fraud threshold evaluated to False — transactions bypassed fraud check.</a:t>
            </a:r>
          </a:p>
          <a:p>
            <a:r>
              <a:t>  Impact: 1,800 transactions without fraud scoring. 3 confirmed fraud. $4,200 exposure.</a:t>
            </a:r>
          </a:p>
          <a:p>
            <a:r>
              <a:t>  Recovery: Rolled back to v3.2.1. v3.3.1 with fix deployed Mar 20.</a:t>
            </a:r>
          </a:p>
          <a:p>
            <a:r>
              <a:t>  Prevention: Fraud score null-rate automated deployment gate added.</a:t>
            </a:r>
          </a:p>
          <a:p>
            <a:r>
              <a:t>  Lesson: Deployment gates are more reliable than manual QA for statistical anomalies.</a:t>
            </a:r>
          </a:p>
          <a:p/>
          <a:p>
            <a:r>
              <a:t>INC-2025-0288 (Apr 2, SEV-3, 33 min) — REPORTING-SVC slow query</a:t>
            </a:r>
          </a:p>
          <a:p>
            <a:r>
              <a:t>  Root cause: Missing index on DWH fact_transactions table (new column from CBS v4.2.0).</a:t>
            </a:r>
          </a:p>
          <a:p>
            <a:r>
              <a:t>  Impact: Report generation 4x slower — no SLA breach.</a:t>
            </a:r>
          </a:p>
          <a:p>
            <a:r>
              <a:t>  Fix: Index added by DBA team. Added DWH index check to CBS release checklist.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— Capacity and Performance Q1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PAYMENTS-GW:</a:t>
            </a:r>
          </a:p>
          <a:p>
            <a:r>
              <a:t>  Peak TPS Q1: 412 (Feb month-end). Ceiling: ~500 TPS.</a:t>
            </a:r>
          </a:p>
          <a:p>
            <a:r>
              <a:t>  Horizontal scale (v2.9.0) planned May 15 — will raise ceiling to ~1,000 TPS.</a:t>
            </a:r>
          </a:p>
          <a:p>
            <a:r>
              <a:t>  Peak CPU: 88% (still WARNING status). Urgency: HIGH.</a:t>
            </a:r>
          </a:p>
          <a:p/>
          <a:p>
            <a:r>
              <a:t>FRAUD-ENGINE:</a:t>
            </a:r>
          </a:p>
          <a:p>
            <a:r>
              <a:t>  Peak CPU: 94% — highest across all services (WARNING).</a:t>
            </a:r>
          </a:p>
          <a:p>
            <a:r>
              <a:t>  Redis auto-scaling in progress (completion May 2025).</a:t>
            </a:r>
          </a:p>
          <a:p>
            <a:r>
              <a:t>  GPU offload benchmarking: Q3 2025. Expected CPU reduction to &lt;30% if adopted.</a:t>
            </a:r>
          </a:p>
          <a:p/>
          <a:p>
            <a:r>
              <a:t>CBS Oracle DB:</a:t>
            </a:r>
          </a:p>
          <a:p>
            <a:r>
              <a:t>  Current size: 1,904 GB (grew +64 GB in Q1 — +22 GB/month average).</a:t>
            </a:r>
          </a:p>
          <a:p>
            <a:r>
              <a:t>  Projected 80% capacity: May 2026. DBA partitioning study scheduled Q3 2025.</a:t>
            </a:r>
          </a:p>
          <a:p/>
          <a:p>
            <a:r>
              <a:t>Snowflake DWH:</a:t>
            </a:r>
          </a:p>
          <a:p>
            <a:r>
              <a:t>  Q1 compute cost: $52,400 (8% above quarterly budget of $48,500).</a:t>
            </a:r>
          </a:p>
          <a:p>
            <a:r>
              <a:t>  Cause: Three large ad-hoc analytics queries from BI team without query optimisation.</a:t>
            </a:r>
          </a:p>
          <a:p>
            <a:r>
              <a:t>  Action: Query governance policy tightened. Cost monitoring dashboard created.</a:t>
            </a:r>
          </a:p>
          <a:p/>
          <a:p>
            <a:r>
              <a:t>AUTH-SVC:</a:t>
            </a:r>
          </a:p>
          <a:p>
            <a:r>
              <a:t>  Avg CPU: 18%, Peak: 44% — well within capacity. Healthy.</a:t>
            </a:r>
          </a:p>
          <a:p>
            <a:r>
              <a:t>  Token caching (grace period) implementation in progress — target Q2 2025.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— Roadmap Status Q1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 in Q1:</a:t>
            </a:r>
          </a:p>
          <a:p>
            <a:r>
              <a:t>  [DONE] CBS v4.2.0 — DB pool size 50→100, bulk payment API, enhanced audit logging</a:t>
            </a:r>
          </a:p>
          <a:p>
            <a:r>
              <a:t>  [DONE] Kafka v3.5.1 upgrade — zero-downtime rolling upgrade</a:t>
            </a:r>
          </a:p>
          <a:p>
            <a:r>
              <a:t>  [DONE] ETL schema pre-flight validation — eliminates silent schema mismatch failures</a:t>
            </a:r>
          </a:p>
          <a:p>
            <a:r>
              <a:t>  [DONE] Automated fraud score null-rate deployment gate</a:t>
            </a:r>
          </a:p>
          <a:p>
            <a:r>
              <a:t>  [DONE] SWIFT ISO 20022 infrastructure ready (activation Q3 2025)</a:t>
            </a:r>
          </a:p>
          <a:p/>
          <a:p>
            <a:r>
              <a:t>IN PROGRESS (Q2 targets):</a:t>
            </a:r>
          </a:p>
          <a:p>
            <a:r>
              <a:t>  [65%] PAYMENTS-GW horizontal scale — LB config in progress, session state refactor pending</a:t>
            </a:r>
          </a:p>
          <a:p>
            <a:r>
              <a:t>  [40%] Fraud Engine Redis auto-scaling — Sentinel config complete, load testing next</a:t>
            </a:r>
          </a:p>
          <a:p>
            <a:r>
              <a:t>  [20%] AUTH-SVC token caching (grace period) — design done, implementation starting</a:t>
            </a:r>
          </a:p>
          <a:p>
            <a:r>
              <a:t>  [10%] Vault secrets integration — Auth-SVC first, others to follow</a:t>
            </a:r>
          </a:p>
          <a:p/>
          <a:p>
            <a:r>
              <a:t>AT RISK:</a:t>
            </a:r>
          </a:p>
          <a:p>
            <a:r>
              <a:t>  Containerisation Phase 1 (Q3) — K8s cluster provisioning delayed 3 weeks.</a:t>
            </a:r>
          </a:p>
          <a:p>
            <a:r>
              <a:t>  Service mesh PoC (Q3) — engineer bandwidth constrained. May slip to Q4.</a:t>
            </a:r>
          </a:p>
          <a:p/>
          <a:p>
            <a:r>
              <a:t>UPCOMING Q2 RELEASES:</a:t>
            </a:r>
          </a:p>
          <a:p>
            <a:r>
              <a:t>  May 8:  FRAUD-ENGINE v3.4.0 (new ML model v4.0.0)</a:t>
            </a:r>
          </a:p>
          <a:p>
            <a:r>
              <a:t>  May 15: PAYMENTS-GW v2.9.0 (horizontal scale support)</a:t>
            </a:r>
          </a:p>
          <a:p>
            <a:r>
              <a:t>  May 22: REPORTING-SVC v2.0.0 (Basel III LCR new format)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— Budget and Cost Summary Q1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 2025 Technology Spend:</a:t>
            </a:r>
          </a:p>
          <a:p>
            <a:r>
              <a:t>  Snowflake DWH:        $52,400  (budget: $48,500 — 8% OVER)</a:t>
            </a:r>
          </a:p>
          <a:p>
            <a:r>
              <a:t>  Datadog APM:          $10,500  (in line)</a:t>
            </a:r>
          </a:p>
          <a:p>
            <a:r>
              <a:t>  IBM QRadar:           $24,000  (in line)</a:t>
            </a:r>
          </a:p>
          <a:p>
            <a:r>
              <a:t>  AWS Cloud Services:   $2,100   (in line)</a:t>
            </a:r>
          </a:p>
          <a:p>
            <a:r>
              <a:t>  PagerDuty:            $3,600   (in line)</a:t>
            </a:r>
          </a:p>
          <a:p>
            <a:r>
              <a:t>  Oracle support:       $21,000  (in line)</a:t>
            </a:r>
          </a:p>
          <a:p>
            <a:r>
              <a:t>  SWIFT membership:     $30,000  (in line — quarterly tranche)</a:t>
            </a:r>
          </a:p>
          <a:p>
            <a:r>
              <a:t>  Confluent Control:    $4,500   (in line)</a:t>
            </a:r>
          </a:p>
          <a:p>
            <a:r>
              <a:t>  TOTAL Q1:             $148,100 (budget: $144,000 — 2.8% OVER)</a:t>
            </a:r>
          </a:p>
          <a:p/>
          <a:p>
            <a:r>
              <a:t>Cost optimisation actions:</a:t>
            </a:r>
          </a:p>
          <a:p>
            <a:r>
              <a:t>  1. Snowflake query governance — target 10% cost reduction Q2</a:t>
            </a:r>
          </a:p>
          <a:p>
            <a:r>
              <a:t>  2. Confluent renewal review — evaluate vs open-source alternatives (savings: $18K/yr)</a:t>
            </a:r>
          </a:p>
          <a:p>
            <a:r>
              <a:t>  3. PagerDuty user audit — 12 users have not been on-call in 90 days</a:t>
            </a:r>
          </a:p>
          <a:p/>
          <a:p>
            <a:r>
              <a:t>Q2 forecast: $147,000 (slightly under Q1 if Snowflake optimisation works)</a:t>
            </a:r>
          </a:p>
          <a:p/>
          <a:p>
            <a:r>
              <a:t>CapEx request for Q3:</a:t>
            </a:r>
          </a:p>
          <a:p>
            <a:r>
              <a:t>  K8s cluster hardware: $42,000 (on-prem servers for container workloads)</a:t>
            </a:r>
          </a:p>
          <a:p>
            <a:r>
              <a:t>  GPU server for Fraud Engine evaluation: $18,000 (pending benchmark results)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