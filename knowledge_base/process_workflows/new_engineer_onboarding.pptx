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DOCUMENT: New Engineer Onboarding Guide — Platform Overview</a:t>
            </a:r>
          </a:p>
          <a:p>
            <a:r>
              <a:t>TOPIC: Onboarding, System Overview, Access Provisioning, First Steps, Team Contacts</a:t>
            </a:r>
          </a:p>
          <a:p>
            <a:r>
              <a:t>VERSION: 2.4</a:t>
            </a:r>
          </a:p>
          <a:p>
            <a:r>
              <a:t>LAST UPDATED: 2025-02-15</a:t>
            </a:r>
          </a:p>
          <a:p>
            <a:r>
              <a:t>OWNER: Platform Engineering + HR</a:t>
            </a:r>
          </a:p>
          <a:p>
            <a:r>
              <a:t>SOURCE_FORMAT: PowerPoint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— Welcome to Platform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Welcome to the team. This deck covers everything you need to know in your first two weeks.</a:t>
            </a:r>
          </a:p>
          <a:p/>
          <a:p>
            <a:r>
              <a:t>Week 1: System orientation, access provisioning, shadow sessions</a:t>
            </a:r>
          </a:p>
          <a:p>
            <a:r>
              <a:t>Week 2: First small task, runbook walkthrough, on-call shadowing</a:t>
            </a:r>
          </a:p>
          <a:p/>
          <a:p>
            <a:r>
              <a:t>Your buddy: Assigned on day one. Ask them anything — no question is too basic.</a:t>
            </a:r>
          </a:p>
          <a:p>
            <a:r>
              <a:t>Your manager: Sets your 30/60/90 day goals in your first 1:1.</a:t>
            </a:r>
          </a:p>
          <a:p/>
          <a:p>
            <a:r>
              <a:t>Primary Slack channels:</a:t>
            </a:r>
          </a:p>
          <a:p>
            <a:r>
              <a:t>  #platform-engineering  — team channel</a:t>
            </a:r>
          </a:p>
          <a:p>
            <a:r>
              <a:t>  #incidents             — real-time incident updates</a:t>
            </a:r>
          </a:p>
          <a:p>
            <a:r>
              <a:t>  #releases              — release announcements</a:t>
            </a:r>
          </a:p>
          <a:p>
            <a:r>
              <a:t>  #schema-changes        — CBS schema change notifications</a:t>
            </a:r>
          </a:p>
          <a:p>
            <a:r>
              <a:t>  #architecture          — design discussions and ADR reviews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— The Technology Stack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Applications:</a:t>
            </a:r>
          </a:p>
          <a:p>
            <a:r>
              <a:t>  CBS (Core Banking)         — Java 17, Oracle 19c, host 10.10.1.10:8080</a:t>
            </a:r>
          </a:p>
          <a:p>
            <a:r>
              <a:t>  PAYMENTS-GW                — Python 3.11, PostgreSQL 15, host 10.10.1.20:9000</a:t>
            </a:r>
          </a:p>
          <a:p>
            <a:r>
              <a:t>  FRAUD-ENGINE               — Python 3.11, Redis, Kafka, host 10.10.1.30:8500</a:t>
            </a:r>
          </a:p>
          <a:p>
            <a:r>
              <a:t>  AUTH-SVC (Keycloak)        — host 10.10.1.50:8443 — ALL apps authenticate here</a:t>
            </a:r>
          </a:p>
          <a:p>
            <a:r>
              <a:t>  REPORTING-SVC              — Python 3.10, host 10.10.1.40:8200</a:t>
            </a:r>
          </a:p>
          <a:p>
            <a:r>
              <a:t>  SWIFT-ADAPTER              — Java 11, host 10.10.1.60:8090</a:t>
            </a:r>
          </a:p>
          <a:p>
            <a:r>
              <a:t>  DATA-WAREHOUSE             — Snowflake (cloud, hybrid), fed by nightly ETL</a:t>
            </a:r>
          </a:p>
          <a:p/>
          <a:p>
            <a:r>
              <a:t>Infrastructure:</a:t>
            </a:r>
          </a:p>
          <a:p>
            <a:r>
              <a:t>  Event streaming: Kafka 3.5.1 (3 brokers, 10.10.1.70-72)</a:t>
            </a:r>
          </a:p>
          <a:p>
            <a:r>
              <a:t>  Orchestration: Apache Airflow (http://10.10.50.30:8081)</a:t>
            </a:r>
          </a:p>
          <a:p>
            <a:r>
              <a:t>  Monitoring: Zabbix + Datadog + ELK + QRadar</a:t>
            </a:r>
          </a:p>
          <a:p>
            <a:r>
              <a:t>  DR: DC-WEST (primary), DC-EAST (hot standby Tier 1 apps)</a:t>
            </a:r>
          </a:p>
          <a:p/>
          <a:p>
            <a:r>
              <a:t>Networks:</a:t>
            </a:r>
          </a:p>
          <a:p>
            <a:r>
              <a:t>  PROD-NET-01: 10.10.1.0/24 (app servers)</a:t>
            </a:r>
          </a:p>
          <a:p>
            <a:r>
              <a:t>  PROD-NET-02: 10.10.2.0/24 (databases)</a:t>
            </a:r>
          </a:p>
          <a:p>
            <a:r>
              <a:t>  MGMT-NET: 10.10.50.0/24 (management — where you SSH from)</a:t>
            </a:r>
          </a:p>
          <a:p>
            <a:r>
              <a:t>  DMZ-NET: 172.16.1.0/24 (customer-facing)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— Access Provisioning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Submit an Access Request via ServiceNow on Day 1. Your manager must approve.</a:t>
            </a:r>
          </a:p>
          <a:p/>
          <a:p>
            <a:r>
              <a:t>Standard new engineer access (approved automatically once manager signs off):</a:t>
            </a:r>
          </a:p>
          <a:p>
            <a:r>
              <a:t>  - Keycloak account (AUTH-SVC) — your SSO for all internal apps</a:t>
            </a:r>
          </a:p>
          <a:p>
            <a:r>
              <a:t>  - MGMT-NET VPN access — required to SSH to any server</a:t>
            </a:r>
          </a:p>
          <a:p>
            <a:r>
              <a:t>  - GitHub organisation access (company/platform repos)</a:t>
            </a:r>
          </a:p>
          <a:p>
            <a:r>
              <a:t>  - Airflow dashboard (read-only) — http://10.10.50.30:8081</a:t>
            </a:r>
          </a:p>
          <a:p>
            <a:r>
              <a:t>  - Zabbix (read-only) — http://10.10.50.20:8080</a:t>
            </a:r>
          </a:p>
          <a:p>
            <a:r>
              <a:t>  - Kibana (read-only) — http://10.10.50.50:5601</a:t>
            </a:r>
          </a:p>
          <a:p>
            <a:r>
              <a:t>  - Confluence and Jira</a:t>
            </a:r>
          </a:p>
          <a:p>
            <a:r>
              <a:t>  - PagerDuty (observer role until on-call rotation begins)</a:t>
            </a:r>
          </a:p>
          <a:p/>
          <a:p>
            <a:r>
              <a:t>Requires separate approval (Security Team + CISO for sysadmin):</a:t>
            </a:r>
          </a:p>
          <a:p>
            <a:r>
              <a:t>  - SSH access to production servers (role: sysadmin — time-bound 90 days)</a:t>
            </a:r>
          </a:p>
          <a:p>
            <a:r>
              <a:t>  - Snowflake DWH full access (role: risk-analyst or above)</a:t>
            </a:r>
          </a:p>
          <a:p>
            <a:r>
              <a:t>  - QRadar SIEM access</a:t>
            </a:r>
          </a:p>
          <a:p>
            <a:r>
              <a:t>  - Datadog write access (dashboards and alert modification)</a:t>
            </a:r>
          </a:p>
          <a:p/>
          <a:p>
            <a:r>
              <a:t>SLA for access provisioning: 2 business days standard, same day for onboarding batch.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 — On-Call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 join the on-call rotation after 4 weeks (once buddy signs off on readiness).</a:t>
            </a:r>
          </a:p>
          <a:p/>
          <a:p>
            <a:r>
              <a:t>Rotation: Weekly, managed in PagerDuty. Teams rotate: Platform Eng, Data Eng, Payments, Security.</a:t>
            </a:r>
          </a:p>
          <a:p/>
          <a:p>
            <a:r>
              <a:t>Response SLAs:</a:t>
            </a:r>
          </a:p>
          <a:p>
            <a:r>
              <a:t>  SEV-1: Acknowledge within 5 minutes. Active response immediately.</a:t>
            </a:r>
          </a:p>
          <a:p>
            <a:r>
              <a:t>  SEV-2: Acknowledge within 10 minutes.</a:t>
            </a:r>
          </a:p>
          <a:p>
            <a:r>
              <a:t>  SEV-3: Acknowledge within 30 minutes (business hours) or next morning (overnight).</a:t>
            </a:r>
          </a:p>
          <a:p/>
          <a:p>
            <a:r>
              <a:t>If you cannot acknowledge: escalation goes to team lead automatically after 10 min.</a:t>
            </a:r>
          </a:p>
          <a:p/>
          <a:p>
            <a:r>
              <a:t>Tools during incident:</a:t>
            </a:r>
          </a:p>
          <a:p>
            <a:r>
              <a:t>  - Airflow for ETL/batch issues: http://10.10.50.30:8081</a:t>
            </a:r>
          </a:p>
          <a:p>
            <a:r>
              <a:t>  - Kibana for log queries: http://10.10.50.50:5601</a:t>
            </a:r>
          </a:p>
          <a:p>
            <a:r>
              <a:t>  - Zabbix for infrastructure alerts: http://10.10.50.20:8080</a:t>
            </a:r>
          </a:p>
          <a:p>
            <a:r>
              <a:t>  - Operations runbook: operations_runbook.txt in knowledge base</a:t>
            </a:r>
          </a:p>
          <a:p>
            <a:r>
              <a:t>  - Declare SEV-1/2 in #incidents immediately — do not wait for root cause.</a:t>
            </a:r>
          </a:p>
          <a:p/>
          <a:p>
            <a:r>
              <a:t>Post-incident: Every SEV-1/2 requires a post-mortem within 5 business days.</a:t>
            </a:r>
          </a:p>
          <a:p>
            <a:r>
              <a:t>Blameless culture — focus on systems, not individuals.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 — Key Contacts and Escalation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Platform Engineering Lead: Your first escalation for infrastructure and production issues.</a:t>
            </a:r>
          </a:p>
          <a:p>
            <a:r>
              <a:t>Security Team: security-ops@company.com — for any auth, access, or compliance issues.</a:t>
            </a:r>
          </a:p>
          <a:p>
            <a:r>
              <a:t>Data Engineering: data-eng@company.com — ETL, DWH, Airflow, schema changes.</a:t>
            </a:r>
          </a:p>
          <a:p>
            <a:r>
              <a:t>CBS Team: cbs-ops@company.com — Core banking issues.</a:t>
            </a:r>
          </a:p>
          <a:p>
            <a:r>
              <a:t>Payments Team: PagerDuty PAYMENTS-ONCALL — payment processing issues.</a:t>
            </a:r>
          </a:p>
          <a:p>
            <a:r>
              <a:t>Risk Technology: risktech@company.com — Fraud Engine issues.</a:t>
            </a:r>
          </a:p>
          <a:p>
            <a:r>
              <a:t>DPO: dpo@company.com — Data protection and GDPR queries.</a:t>
            </a:r>
          </a:p>
          <a:p>
            <a:r>
              <a:t>Compliance: compliance@company.com — Regulatory questions.</a:t>
            </a:r>
          </a:p>
          <a:p/>
          <a:p>
            <a:r>
              <a:t>External:</a:t>
            </a:r>
          </a:p>
          <a:p>
            <a:r>
              <a:t>  SWIFT Service Desk: +32 2 655 3111 (for SWIFT network issues only)</a:t>
            </a:r>
          </a:p>
          <a:p>
            <a:r>
              <a:t>  AWS Support: Enterprise tier — 15-min response for critical production issues</a:t>
            </a:r>
          </a:p>
          <a:p>
            <a:r>
              <a:t>  IBM QRadar: Platinum tier support — via IBM Support Portal</a:t>
            </a:r>
          </a:p>
          <a:p>
            <a:r>
              <a:t>  Oracle: Premier support — via My Oracle Support (MOS)</a:t>
            </a:r>
          </a:p>
          <a:p/>
          <a:p>
            <a:r>
              <a:t>DO NOT contact external vendors directly without Platform Engineering sign-off.</a:t>
            </a:r>
          </a:p>
          <a:p>
            <a:r>
              <a:t>All vendor communications must be logged in ServiceNow.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 — Development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 standards:</a:t>
            </a:r>
          </a:p>
          <a:p>
            <a:r>
              <a:t>  Python 3.11+ for all new services (CBS and SWIFT-ADAPTER are Java — frozen)</a:t>
            </a:r>
          </a:p>
          <a:p>
            <a:r>
              <a:t>  FastAPI as standard web framework for new Python services</a:t>
            </a:r>
          </a:p>
          <a:p>
            <a:r>
              <a:t>  Unit test coverage minimum 85% enforced in CI pipeline</a:t>
            </a:r>
          </a:p>
          <a:p>
            <a:r>
              <a:t>  All secrets via Vault (Q3 2025+) or environment variables (pre-Vault)</a:t>
            </a:r>
          </a:p>
          <a:p/>
          <a:p>
            <a:r>
              <a:t>Git workflow:</a:t>
            </a:r>
          </a:p>
          <a:p>
            <a:r>
              <a:t>  Feature branches from main. Branch naming: feature/JIRA-XXX-description</a:t>
            </a:r>
          </a:p>
          <a:p>
            <a:r>
              <a:t>  Pull request requires: 2 approvals, passing CI, no open security findings</a:t>
            </a:r>
          </a:p>
          <a:p>
            <a:r>
              <a:t>  Merging to main triggers staging deployment automatically</a:t>
            </a:r>
          </a:p>
          <a:p>
            <a:r>
              <a:t>  Production deployment: via release pipeline only (no manual deploys)</a:t>
            </a:r>
          </a:p>
          <a:p/>
          <a:p>
            <a:r>
              <a:t>Release process:</a:t>
            </a:r>
          </a:p>
          <a:p>
            <a:r>
              <a:t>  Tuesdays and Thursdays only (22:00-02:00 change window)</a:t>
            </a:r>
          </a:p>
          <a:p>
            <a:r>
              <a:t>  CAB approval required. Submit 5 business days before target date.</a:t>
            </a:r>
          </a:p>
          <a:p>
            <a:r>
              <a:t>  December Freeze: no releases December 1-31.</a:t>
            </a:r>
          </a:p>
          <a:p>
            <a:r>
              <a:t>  Emergency hotfix: CTO + Security lead verbal approval, documented post-hoc</a:t>
            </a:r>
          </a:p>
          <a:p/>
          <a:p>
            <a:r>
              <a:t>CI/CD pipeline:</a:t>
            </a:r>
          </a:p>
          <a:p>
            <a:r>
              <a:t>  GitHub Actions — build, test, SAST scan, Docker build, staging deploy</a:t>
            </a:r>
          </a:p>
          <a:p>
            <a:r>
              <a:t>  Staging environment: mirrors production config, uses anonymised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